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8163b47a9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8163b47a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8163b47a9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8163b47a9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Using MC-ML</a:t>
            </a:r>
            <a:endParaRPr/>
          </a:p>
        </p:txBody>
      </p:sp>
      <p:sp>
        <p:nvSpPr>
          <p:cNvPr id="55" name="Google Shape;55;p13"/>
          <p:cNvSpPr txBox="1"/>
          <p:nvPr>
            <p:ph idx="1" type="body"/>
          </p:nvPr>
        </p:nvSpPr>
        <p:spPr>
          <a:xfrm>
            <a:off x="311700" y="1152475"/>
            <a:ext cx="8520600" cy="38265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To run both mocat-mc and mocat-ml in one script, run combined_script.py</a:t>
            </a:r>
            <a:endParaRPr/>
          </a:p>
          <a:p>
            <a:pPr indent="-342900" lvl="0" marL="457200" rtl="0" algn="l">
              <a:spcBef>
                <a:spcPts val="0"/>
              </a:spcBef>
              <a:spcAft>
                <a:spcPts val="0"/>
              </a:spcAft>
              <a:buSzPts val="1800"/>
              <a:buChar char="●"/>
            </a:pPr>
            <a:r>
              <a:rPr lang="en"/>
              <a:t>Before doing so, make edits to all paths in combined_script.py, mocat_mc_wrapper.m, and setup_MCconfig.m(Will be streamlined soon so this will be less tedious)</a:t>
            </a:r>
            <a:endParaRPr/>
          </a:p>
          <a:p>
            <a:pPr indent="-342900" lvl="0" marL="457200" rtl="0" algn="l">
              <a:spcBef>
                <a:spcPts val="0"/>
              </a:spcBef>
              <a:spcAft>
                <a:spcPts val="0"/>
              </a:spcAft>
              <a:buSzPts val="1800"/>
              <a:buChar char="●"/>
            </a:pPr>
            <a:r>
              <a:rPr lang="en"/>
              <a:t>In the main </a:t>
            </a:r>
            <a:r>
              <a:rPr lang="en"/>
              <a:t>function</a:t>
            </a:r>
            <a:r>
              <a:rPr lang="en"/>
              <a:t> of combined_script.py, you must designate the path for the model you would like to run, the initial conditions for MC, and the size you would like to reshape to for the model (Ex. (1, 128, 32, 32))</a:t>
            </a:r>
            <a:endParaRPr/>
          </a:p>
          <a:p>
            <a:pPr indent="-342900" lvl="0" marL="457200" rtl="0" algn="l">
              <a:spcBef>
                <a:spcPts val="0"/>
              </a:spcBef>
              <a:spcAft>
                <a:spcPts val="0"/>
              </a:spcAft>
              <a:buSzPts val="1800"/>
              <a:buChar char="●"/>
            </a:pPr>
            <a:r>
              <a:rPr lang="en"/>
              <a:t>All dependencies for both mocat-ml and mocat-mc are required</a:t>
            </a:r>
            <a:endParaRPr/>
          </a:p>
          <a:p>
            <a:pPr indent="-342900" lvl="0" marL="457200" rtl="0" algn="l">
              <a:spcBef>
                <a:spcPts val="0"/>
              </a:spcBef>
              <a:spcAft>
                <a:spcPts val="0"/>
              </a:spcAft>
              <a:buSzPts val="1800"/>
              <a:buChar char="●"/>
            </a:pPr>
            <a:r>
              <a:rPr lang="en"/>
              <a:t>Windows is currently experiencing some issues do to posixpath and fastai so Linux is the best way to run it</a:t>
            </a:r>
            <a:endParaRPr/>
          </a:p>
          <a:p>
            <a:pPr indent="-342900" lvl="0" marL="457200" rtl="0" algn="l">
              <a:spcBef>
                <a:spcPts val="0"/>
              </a:spcBef>
              <a:spcAft>
                <a:spcPts val="0"/>
              </a:spcAft>
              <a:buSzPts val="1800"/>
              <a:buChar char="●"/>
            </a:pPr>
            <a:r>
              <a:rPr lang="en"/>
              <a:t>Any edits to the variables for mocat_mc will be done like normal in the setup_MCconfig.m file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61" name="Google Shape;61;p14"/>
          <p:cNvPicPr preferRelativeResize="0"/>
          <p:nvPr/>
        </p:nvPicPr>
        <p:blipFill>
          <a:blip r:embed="rId3">
            <a:alphaModFix/>
          </a:blip>
          <a:stretch>
            <a:fillRect/>
          </a:stretch>
        </p:blipFill>
        <p:spPr>
          <a:xfrm>
            <a:off x="311700" y="54075"/>
            <a:ext cx="8725228" cy="3613374"/>
          </a:xfrm>
          <a:prstGeom prst="rect">
            <a:avLst/>
          </a:prstGeom>
          <a:noFill/>
          <a:ln>
            <a:noFill/>
          </a:ln>
        </p:spPr>
      </p:pic>
      <p:sp>
        <p:nvSpPr>
          <p:cNvPr id="62" name="Google Shape;62;p14"/>
          <p:cNvSpPr txBox="1"/>
          <p:nvPr/>
        </p:nvSpPr>
        <p:spPr>
          <a:xfrm>
            <a:off x="289100" y="3972400"/>
            <a:ext cx="8725200" cy="104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-Models: Stores trained models</a:t>
            </a:r>
            <a:endParaRPr sz="1800">
              <a:solidFill>
                <a:schemeClr val="dk2"/>
              </a:solidFill>
            </a:endParaRPr>
          </a:p>
          <a:p>
            <a:pPr indent="0" lvl="0" marL="0" rtl="0" algn="l">
              <a:spcBef>
                <a:spcPts val="0"/>
              </a:spcBef>
              <a:spcAft>
                <a:spcPts val="0"/>
              </a:spcAft>
              <a:buNone/>
            </a:pPr>
            <a:r>
              <a:rPr lang="en" sz="1800">
                <a:solidFill>
                  <a:schemeClr val="dk2"/>
                </a:solidFill>
              </a:rPr>
              <a:t>-All circled files must have paths changed except for models</a:t>
            </a:r>
            <a:endParaRPr sz="1800">
              <a:solidFill>
                <a:schemeClr val="dk2"/>
              </a:solidFill>
            </a:endParaRPr>
          </a:p>
          <a:p>
            <a:pPr indent="0" lvl="0" marL="0" rtl="0" algn="l">
              <a:spcBef>
                <a:spcPts val="0"/>
              </a:spcBef>
              <a:spcAft>
                <a:spcPts val="0"/>
              </a:spcAft>
              <a:buNone/>
            </a:pPr>
            <a:r>
              <a:rPr lang="en" sz="1800">
                <a:solidFill>
                  <a:schemeClr val="dk2"/>
                </a:solidFill>
              </a:rPr>
              <a:t>-Example of a path to be changed in image above</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